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angeethamHarshith77/PSPJ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28016" cy="4800600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051560"/>
            <a:ext cx="9966960" cy="1508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F6F9FC"/>
                </a:solidFill>
                <a:latin typeface="Aptos"/>
              </a:defRPr>
            </a:pPr>
            <a:r>
              <a:t>PERSONAL FITNESS</a:t>
            </a:r>
          </a:p>
          <a:p>
            <a:pPr algn="l">
              <a:spcAft>
                <a:spcPts val="700"/>
              </a:spcAft>
              <a:defRPr sz="3400" b="1">
                <a:solidFill>
                  <a:srgbClr val="F6F9FC"/>
                </a:solidFill>
                <a:latin typeface="Aptos"/>
              </a:defRPr>
            </a:pPr>
            <a:r>
              <a:t>&amp; WORKOUT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834640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CD2C4"/>
                </a:solidFill>
                <a:latin typeface="Aptos"/>
              </a:defRPr>
            </a:pPr>
            <a:r>
              <a:t>A Java Console-Based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767328"/>
            <a:ext cx="96012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B3C2D1"/>
                </a:solidFill>
                <a:latin typeface="Aptos"/>
              </a:defRPr>
            </a:pPr>
            <a:r>
              <a:t>Team No: __________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B3C2D1"/>
                </a:solidFill>
                <a:latin typeface="Aptos"/>
              </a:defRPr>
            </a:pPr>
            <a:r>
              <a:t>Student Name / Roll No: ______________________________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B3C2D1"/>
                </a:solidFill>
                <a:latin typeface="Aptos"/>
              </a:defRPr>
            </a:pPr>
            <a:r>
              <a:t>Student Name / Roll No: ______________________________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B3C2D1"/>
                </a:solidFill>
                <a:latin typeface="Aptos"/>
              </a:defRPr>
            </a:pPr>
            <a:r>
              <a:t>Student Name / Roll No: ______________________________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3703320"/>
            <a:ext cx="2057400" cy="1051560"/>
          </a:xfrm>
          <a:prstGeom prst="roundRect">
            <a:avLst/>
          </a:prstGeom>
          <a:solidFill>
            <a:srgbClr val="1F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98280" y="3867912"/>
            <a:ext cx="169164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4BE5B"/>
                </a:solidFill>
                <a:latin typeface="Aptos"/>
              </a:defRPr>
            </a:pPr>
            <a:r>
              <a:t>WORKOUT LOG</a:t>
            </a:r>
          </a:p>
          <a:p>
            <a:pPr algn="ctr">
              <a:spcAft>
                <a:spcPts val="700"/>
              </a:spcAft>
              <a:defRPr sz="1500" b="1">
                <a:solidFill>
                  <a:srgbClr val="F4BE5B"/>
                </a:solidFill>
                <a:latin typeface="Aptos"/>
              </a:defRPr>
            </a:pPr>
            <a:r>
              <a:t>FITNESS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925312"/>
            <a:ext cx="6400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B3C2D1"/>
                </a:solidFill>
                <a:latin typeface="Aptos"/>
              </a:defRPr>
            </a:pPr>
            <a:r>
              <a:t>Project Presentation  •  16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03720" cy="443484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709928"/>
            <a:ext cx="6391656" cy="40507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6F9FC"/>
                </a:solidFill>
                <a:latin typeface="Aptos"/>
              </a:defRPr>
            </a:pPr>
            <a:r>
              <a:t>•  A Java console application for recording and reviewing workout sessions.</a:t>
            </a:r>
          </a:p>
          <a:p>
            <a:pPr>
              <a:spcAft>
                <a:spcPts val="1300"/>
              </a:spcAft>
              <a:defRPr sz="1900">
                <a:solidFill>
                  <a:srgbClr val="F6F9FC"/>
                </a:solidFill>
                <a:latin typeface="Aptos"/>
              </a:defRPr>
            </a:pPr>
            <a:r>
              <a:t>•  Users can add, view, search, update and delete workout records.</a:t>
            </a:r>
          </a:p>
          <a:p>
            <a:pPr>
              <a:spcAft>
                <a:spcPts val="1300"/>
              </a:spcAft>
              <a:defRPr sz="1900">
                <a:solidFill>
                  <a:srgbClr val="F6F9FC"/>
                </a:solidFill>
                <a:latin typeface="Aptos"/>
              </a:defRPr>
            </a:pPr>
            <a:r>
              <a:t>•  It estimates calories, calculates BMI and summarises workout activity.</a:t>
            </a:r>
          </a:p>
          <a:p>
            <a:pPr>
              <a:spcAft>
                <a:spcPts val="1300"/>
              </a:spcAft>
              <a:defRPr sz="1900">
                <a:solidFill>
                  <a:srgbClr val="F6F9FC"/>
                </a:solidFill>
                <a:latin typeface="Aptos"/>
              </a:defRPr>
            </a:pPr>
            <a:r>
              <a:t>•  It demonstrates Java fundamentals, OOP, arrays, files, collections and 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691640"/>
            <a:ext cx="3429000" cy="1097280"/>
          </a:xfrm>
          <a:prstGeom prst="roundRect">
            <a:avLst/>
          </a:prstGeom>
          <a:solidFill>
            <a:srgbClr val="1F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2971800" cy="777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4CD2C4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063240"/>
            <a:ext cx="3429000" cy="1097280"/>
          </a:xfrm>
          <a:prstGeom prst="roundRect">
            <a:avLst/>
          </a:prstGeom>
          <a:solidFill>
            <a:srgbClr val="1F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3200400"/>
            <a:ext cx="2971800" cy="777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F4BE5B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434840"/>
            <a:ext cx="3429000" cy="1097280"/>
          </a:xfrm>
          <a:prstGeom prst="roundRect">
            <a:avLst/>
          </a:prstGeom>
          <a:solidFill>
            <a:srgbClr val="1F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4572000"/>
            <a:ext cx="2971800" cy="777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4CD2C4"/>
                </a:solidFill>
                <a:latin typeface="Aptos"/>
              </a:defRPr>
            </a:pPr>
            <a:r>
              <a:t>ANALYSE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Understanding the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675120" cy="448056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709928"/>
            <a:ext cx="6163056" cy="4096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6F9FC"/>
                </a:solidFill>
                <a:latin typeface="Aptos"/>
              </a:defRPr>
            </a:pPr>
            <a:r>
              <a:t>•  Fitness progress is difficult to track when workouts are not recorded consistently.</a:t>
            </a:r>
          </a:p>
          <a:p>
            <a:pPr>
              <a:spcAft>
                <a:spcPts val="1300"/>
              </a:spcAft>
              <a:defRPr sz="1800">
                <a:solidFill>
                  <a:srgbClr val="F6F9FC"/>
                </a:solidFill>
                <a:latin typeface="Aptos"/>
              </a:defRPr>
            </a:pPr>
            <a:r>
              <a:t>•  Users may forget exercise duration, activity type or previous sessions.</a:t>
            </a:r>
          </a:p>
          <a:p>
            <a:pPr>
              <a:spcAft>
                <a:spcPts val="1300"/>
              </a:spcAft>
              <a:defRPr sz="1800">
                <a:solidFill>
                  <a:srgbClr val="F6F9FC"/>
                </a:solidFill>
                <a:latin typeface="Aptos"/>
              </a:defRPr>
            </a:pPr>
            <a:r>
              <a:t>•  The program stores each workout with a date, duration, weight and intensity.</a:t>
            </a:r>
          </a:p>
          <a:p>
            <a:pPr>
              <a:spcAft>
                <a:spcPts val="1300"/>
              </a:spcAft>
              <a:defRPr sz="1800">
                <a:solidFill>
                  <a:srgbClr val="F6F9FC"/>
                </a:solidFill>
                <a:latin typeface="Aptos"/>
              </a:defRPr>
            </a:pPr>
            <a:r>
              <a:t>•  Summary and report options help users review their activity.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737360"/>
            <a:ext cx="3520440" cy="914400"/>
          </a:xfrm>
          <a:prstGeom prst="roundRect">
            <a:avLst/>
          </a:prstGeom>
          <a:solidFill>
            <a:srgbClr val="1F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828800"/>
            <a:ext cx="315468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6F9FC"/>
                </a:solidFill>
                <a:latin typeface="Aptos"/>
              </a:defRPr>
            </a:pPr>
            <a:r>
              <a:t>ADD WORKOUT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97480"/>
            <a:ext cx="731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4CD2C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154680"/>
            <a:ext cx="3520440" cy="914400"/>
          </a:xfrm>
          <a:prstGeom prst="roundRect">
            <a:avLst/>
          </a:prstGeom>
          <a:solidFill>
            <a:srgbClr val="1F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3246120"/>
            <a:ext cx="315468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6F9FC"/>
                </a:solidFill>
                <a:latin typeface="Aptos"/>
              </a:defRPr>
            </a:pPr>
            <a:r>
              <a:t>VIEW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114800"/>
            <a:ext cx="731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4CD2C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572000"/>
            <a:ext cx="3520440" cy="914400"/>
          </a:xfrm>
          <a:prstGeom prst="roundRect">
            <a:avLst/>
          </a:prstGeom>
          <a:solidFill>
            <a:srgbClr val="1F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4663440"/>
            <a:ext cx="315468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4BE5B"/>
                </a:solidFill>
                <a:latin typeface="Aptos"/>
              </a:defRPr>
            </a:pPr>
            <a:r>
              <a:t>FITNESS REPORT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CO 1 — Java Program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44200" cy="438912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10232136" cy="4005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The FitnessTracker class starts the application through main().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Scanner reads menu choices, workout details, weight and height.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Variables and constants store workout data and the weekly minute goal.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Formatted output displays calories, BMI and summary values.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CO 2 — Selection and Loops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44200" cy="438912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10232136" cy="4005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A switch statement directs the menu choice to the correct operation.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A do-while loop keeps the menu running until the user chooses Exit.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if/else statements validate workout details and classify BMI results.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for and enhanced for loops process workout records and report data.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CO 3 — Arrays and Searching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44200" cy="438912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10232136" cy="4005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A String array stores activity names for sorting and searching.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A two-dimensional integer array summarises minutes and calories by date.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Arrays.sort() orders activity names and Arrays.binarySearch() searches them.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Array indexes and loops provide structured access to report data.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CO 4 — Methods and Object-Oriented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44200" cy="438912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10232136" cy="4005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Workout objects represent individual exercise sessions.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Constructors initialise activity, duration, body weight and intensity.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Private fields with getters and setters demonstrate encapsulation.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Methods divide the program into add, view, search, update, delete and report tasks.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CO 5 — 2D Arrays and Fitness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44200" cy="438912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10232136" cy="4005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The weekly report uses a two-dimensional array to organise daily totals.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Rows represent the last seven dates; columns represent minutes and calories.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Nested loops print each day's activity totals.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Summation and average calculations convert records into a useful overview.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06440"/>
            <a:ext cx="9875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4CD2C4"/>
                </a:solidFill>
                <a:latin typeface="Aptos"/>
              </a:defRPr>
            </a:pPr>
            <a:r>
              <a:t>Example structure: dailyData[day][0] = minutes; dailyData[day][1] = calories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CO 6 — File Handling and Data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44200" cy="438912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10232136" cy="4005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Workout records are stored in the text file workouts.txt.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BufferedWriter writes records, while BufferedReader reads them line by line.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Files and Path check for the data file and manage file operations.</a:t>
            </a:r>
          </a:p>
          <a:p>
            <a:pPr>
              <a:spcAft>
                <a:spcPts val="13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try-with-resources closes files automatically; malformed records are skipped.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Conclusion and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812280" cy="448056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709928"/>
            <a:ext cx="6300216" cy="4096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6F9FC"/>
                </a:solidFill>
                <a:latin typeface="Aptos"/>
              </a:defRPr>
            </a:pPr>
            <a:r>
              <a:t>•  The project brings workout logging, fitness calculations and reports into one console application.</a:t>
            </a:r>
          </a:p>
          <a:p>
            <a:pPr>
              <a:spcAft>
                <a:spcPts val="1300"/>
              </a:spcAft>
              <a:defRPr sz="1800">
                <a:solidFill>
                  <a:srgbClr val="F6F9FC"/>
                </a:solidFill>
                <a:latin typeface="Aptos"/>
              </a:defRPr>
            </a:pPr>
            <a:r>
              <a:t>•  It applies Java fundamentals, object-oriented programming and practical library APIs.</a:t>
            </a:r>
          </a:p>
          <a:p>
            <a:pPr>
              <a:spcAft>
                <a:spcPts val="1300"/>
              </a:spcAft>
              <a:defRPr sz="1800">
                <a:solidFill>
                  <a:srgbClr val="F6F9FC"/>
                </a:solidFill>
                <a:latin typeface="Aptos"/>
              </a:defRPr>
            </a:pPr>
            <a:r>
              <a:t>•  Collections and streams help filter, sort and summarise workout records.</a:t>
            </a:r>
          </a:p>
          <a:p>
            <a:pPr>
              <a:spcAft>
                <a:spcPts val="1300"/>
              </a:spcAft>
              <a:defRPr sz="1800">
                <a:solidFill>
                  <a:srgbClr val="F6F9FC"/>
                </a:solidFill>
                <a:latin typeface="Aptos"/>
              </a:defRPr>
            </a:pPr>
            <a:r>
              <a:t>•  Future improvements could include charts, user profiles, database storage and a graphical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828800"/>
            <a:ext cx="3337560" cy="3154680"/>
          </a:xfrm>
          <a:prstGeom prst="roundRect">
            <a:avLst/>
          </a:prstGeom>
          <a:solidFill>
            <a:srgbClr val="1F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148840"/>
            <a:ext cx="2788920" cy="2514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4CD2C4"/>
                </a:solidFill>
                <a:latin typeface="Aptos"/>
              </a:defRPr>
            </a:pPr>
            <a:r>
              <a:t>RECORD</a:t>
            </a:r>
          </a:p>
          <a:p>
            <a:pPr algn="ctr">
              <a:spcAft>
                <a:spcPts val="700"/>
              </a:spcAft>
              <a:defRPr sz="2200" b="1">
                <a:solidFill>
                  <a:srgbClr val="4CD2C4"/>
                </a:solidFill>
                <a:latin typeface="Aptos"/>
              </a:defRPr>
            </a:pPr>
            <a:r>
              <a:t>↓</a:t>
            </a:r>
          </a:p>
          <a:p>
            <a:pPr algn="ctr">
              <a:spcAft>
                <a:spcPts val="700"/>
              </a:spcAft>
              <a:defRPr sz="2200" b="1">
                <a:solidFill>
                  <a:srgbClr val="4CD2C4"/>
                </a:solidFill>
                <a:latin typeface="Aptos"/>
              </a:defRPr>
            </a:pPr>
            <a:r>
              <a:t>REVIEW</a:t>
            </a:r>
          </a:p>
          <a:p>
            <a:pPr algn="ctr">
              <a:spcAft>
                <a:spcPts val="700"/>
              </a:spcAft>
              <a:defRPr sz="2200" b="1">
                <a:solidFill>
                  <a:srgbClr val="4CD2C4"/>
                </a:solidFill>
                <a:latin typeface="Aptos"/>
              </a:defRPr>
            </a:pPr>
            <a:r>
              <a:t>↓</a:t>
            </a:r>
          </a:p>
          <a:p>
            <a:pPr algn="ctr">
              <a:spcAft>
                <a:spcPts val="700"/>
              </a:spcAft>
              <a:defRPr sz="2200" b="1">
                <a:solidFill>
                  <a:srgbClr val="4CD2C4"/>
                </a:solidFill>
                <a:latin typeface="Aptos"/>
              </a:defRPr>
            </a:pPr>
            <a:r>
              <a:t>IMPROVE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Program Output /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44200" cy="4526280"/>
          </a:xfrm>
          <a:prstGeom prst="roundRect">
            <a:avLst/>
          </a:prstGeom>
          <a:solidFill>
            <a:srgbClr val="0E1826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737360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F4BE5B"/>
                </a:solidFill>
                <a:latin typeface="Aptos"/>
              </a:defRPr>
            </a:pPr>
            <a:r>
              <a:t>SAMPLE CONSOLE FLOW — ILLUSTRATIVE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9784080" cy="3246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4CD2C4"/>
                </a:solidFill>
                <a:latin typeface="Consolas"/>
              </a:defRPr>
            </a:pPr>
            <a:r>
              <a:t>PERSONAL FITNESS &amp; WORKOUT TRACKER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4CD2C4"/>
                </a:solidFill>
                <a:latin typeface="Consolas"/>
              </a:defRPr>
            </a:pPr>
            <a:r>
              <a:t>1. Add workout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4CD2C4"/>
                </a:solidFill>
                <a:latin typeface="Consolas"/>
              </a:defRPr>
            </a:pPr>
            <a:r>
              <a:t>2. View workouts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4CD2C4"/>
                </a:solidFill>
                <a:latin typeface="Consolas"/>
              </a:defRPr>
            </a:pPr>
            <a:r>
              <a:t>3. Fitness summary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4CD2C4"/>
                </a:solidFill>
                <a:latin typeface="Consolas"/>
              </a:defRPr>
            </a:pPr>
            <a:r>
              <a:t>4. Calculate BMI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4CD2C4"/>
                </a:solidFill>
                <a:latin typeface="Consolas"/>
              </a:defRPr>
            </a:pPr>
            <a:r>
              <a:t>5. Stream report</a:t>
            </a:r>
            <a:endParaRPr/>
          </a:p>
          <a:p>
            <a:pPr algn="l">
              <a:spcAft>
                <a:spcPts val="700"/>
              </a:spcAft>
              <a:defRPr sz="1700" b="0">
                <a:solidFill>
                  <a:srgbClr val="4CD2C4"/>
                </a:solidFill>
                <a:latin typeface="Consolas"/>
              </a:defRPr>
            </a:pPr>
            <a:r>
              <a:t>Choose an option: 3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4CD2C4"/>
                </a:solidFill>
                <a:latin typeface="Consolas"/>
              </a:defRPr>
            </a:pPr>
            <a:r>
              <a:t>Total workouts: 4   |   Total minutes: 135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53328"/>
            <a:ext cx="10332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B3C2D1"/>
                </a:solidFill>
                <a:latin typeface="Aptos"/>
              </a:defRPr>
            </a:pPr>
            <a:r>
              <a:t>Illustrative example only; your values depend on the workout records entered.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81360" y="-365760"/>
            <a:ext cx="182880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48640" y="6126480"/>
            <a:ext cx="2011680" cy="1143000"/>
          </a:xfrm>
          <a:prstGeom prst="roundRect">
            <a:avLst/>
          </a:prstGeom>
          <a:solidFill>
            <a:srgbClr val="19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109728" cy="566928"/>
          </a:xfrm>
          <a:prstGeom prst="rect">
            <a:avLst/>
          </a:prstGeom>
          <a:solidFill>
            <a:srgbClr val="4C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493776"/>
            <a:ext cx="1069848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9FC"/>
                </a:solidFill>
                <a:latin typeface="Aptos"/>
              </a:defRPr>
            </a:pPr>
            <a:r>
              <a:t>Project Repository and Team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3C2D1"/>
                </a:solidFill>
                <a:latin typeface="Aptos"/>
              </a:defRPr>
            </a:pPr>
            <a:r>
              <a:t>PERSONAL FITNESS &amp; WORKOUT TRACKER  • 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CD2C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074920" cy="420624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4480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4CD2C4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48056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6F9FC"/>
                </a:solidFill>
                <a:latin typeface="Aptos"/>
              </a:defRPr>
            </a:pPr>
            <a:r>
              <a:t>PROJECT: Personal Fitness &amp;</a:t>
            </a:r>
          </a:p>
          <a:p>
            <a:pPr algn="l">
              <a:spcAft>
                <a:spcPts val="700"/>
              </a:spcAft>
              <a:defRPr sz="1800" b="1">
                <a:solidFill>
                  <a:srgbClr val="F6F9FC"/>
                </a:solidFill>
                <a:latin typeface="Aptos"/>
              </a:defRPr>
            </a:pPr>
            <a:r>
              <a:t>Workout Tracker</a:t>
            </a:r>
          </a:p>
          <a:p>
            <a:pPr algn="l">
              <a:spcAft>
                <a:spcPts val="700"/>
              </a:spcAft>
              <a:defRPr sz="1800" b="1">
                <a:solidFill>
                  <a:srgbClr val="F6F9FC"/>
                </a:solidFill>
                <a:latin typeface="Aptos"/>
              </a:defRPr>
            </a:pPr>
            <a:r>
              <a:t>LANGUAGE: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74920"/>
            <a:ext cx="44805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3C2D1"/>
                </a:solidFill>
                <a:latin typeface="Aptos"/>
              </a:defRPr>
            </a:pPr>
            <a:r>
              <a:t>Add your GitHub repository link here when available.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0520"/>
            <a:ext cx="44805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F4BE5B"/>
                </a:solidFill>
                <a:latin typeface="Aptos"/>
              </a:defRPr>
            </a:pPr>
            <a:r>
              <a:rPr>
                <a:hlinkClick r:id="rId2"/>
              </a:rPr>
              <a:t>Java Console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5074920" cy="4206240"/>
          </a:xfrm>
          <a:prstGeom prst="roundRect">
            <a:avLst/>
          </a:prstGeom>
          <a:solidFill>
            <a:srgbClr val="19293E"/>
          </a:solidFill>
          <a:ln>
            <a:solidFill>
              <a:srgbClr val="1F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4480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4CD2C4"/>
                </a:solidFill>
                <a:latin typeface="Aptos"/>
              </a:defRPr>
            </a:pPr>
            <a:r>
              <a:t>TEAM / PROJECT PHOTO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651760"/>
            <a:ext cx="3749039" cy="1965960"/>
          </a:xfrm>
          <a:prstGeom prst="roundRect">
            <a:avLst/>
          </a:prstGeom>
          <a:solidFill>
            <a:srgbClr val="1F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3063240"/>
            <a:ext cx="329184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B3C2D1"/>
                </a:solidFill>
                <a:latin typeface="Aptos"/>
              </a:defRPr>
            </a:pPr>
            <a:r>
              <a:t>INSERT YOUR REAL</a:t>
            </a:r>
          </a:p>
          <a:p>
            <a:pPr algn="ctr">
              <a:spcAft>
                <a:spcPts val="700"/>
              </a:spcAft>
              <a:defRPr sz="1800" b="1">
                <a:solidFill>
                  <a:srgbClr val="B3C2D1"/>
                </a:solidFill>
                <a:latin typeface="Aptos"/>
              </a:defRPr>
            </a:pPr>
            <a:r>
              <a:t>TEAM OR DEMO PHOTO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892040"/>
            <a:ext cx="4480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3C2D1"/>
                </a:solidFill>
                <a:latin typeface="Aptos"/>
              </a:defRPr>
            </a:pPr>
            <a:r>
              <a:t>Replace this placeholder with your own team or project demonstration photo.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HARSHITH SANGEETHAM</cp:lastModifiedBy>
  <cp:revision>2</cp:revision>
  <dcterms:created xsi:type="dcterms:W3CDTF">2013-01-27T09:14:16Z</dcterms:created>
  <dcterms:modified xsi:type="dcterms:W3CDTF">2026-10-15T13:55:37Z</dcterms:modified>
  <cp:category/>
</cp:coreProperties>
</file>